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</p:sldIdLst>
  <p:sldSz cx="9144000" cy="5143500" type="screen16x9"/>
  <p:notesSz cx="6858000" cy="9144000"/>
  <p:embeddedFontLst>
    <p:embeddedFont>
      <p:font typeface="Libre Baskerville" panose="020B0604020202020204" charset="0"/>
      <p:regular r:id="rId10"/>
      <p:bold r:id="rId11"/>
      <p:italic r:id="rId12"/>
      <p:boldItalic r:id="rId13"/>
    </p:embeddedFont>
    <p:embeddedFont>
      <p:font typeface="IBM Plex Sans Hebrew" panose="020B0604020202020204" charset="-79"/>
      <p:regular r:id="rId14"/>
      <p:bold r:id="rId15"/>
    </p:embeddedFont>
    <p:embeddedFont>
      <p:font typeface="Lat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0F93E3-3562-435C-A6D2-97F648FADBBD}">
  <a:tblStyle styleId="{840F93E3-3562-435C-A6D2-97F648FADB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8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4125" y="-63900"/>
            <a:ext cx="9272375" cy="5207279"/>
            <a:chOff x="-100000" y="0"/>
            <a:chExt cx="9272375" cy="5143500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2"/>
            <p:cNvSpPr/>
            <p:nvPr/>
          </p:nvSpPr>
          <p:spPr>
            <a:xfrm>
              <a:off x="-71525" y="0"/>
              <a:ext cx="9243900" cy="51435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l="2102" t="8223" r="6122"/>
          <a:stretch/>
        </p:blipFill>
        <p:spPr>
          <a:xfrm>
            <a:off x="-56687" y="-63900"/>
            <a:ext cx="9257380" cy="520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467000" y="1444689"/>
            <a:ext cx="6210000" cy="16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625000" y="3422038"/>
            <a:ext cx="3894000" cy="32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-64188" y="-31888"/>
            <a:ext cx="9272375" cy="5207279"/>
            <a:chOff x="-100000" y="0"/>
            <a:chExt cx="9272375" cy="5143500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>
              <a:off x="-71525" y="0"/>
              <a:ext cx="9243900" cy="51435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3">
            <a:alphaModFix/>
          </a:blip>
          <a:srcRect l="12192" t="10000" r="7808" b="1000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8"/>
          <p:cNvGrpSpPr/>
          <p:nvPr/>
        </p:nvGrpSpPr>
        <p:grpSpPr>
          <a:xfrm>
            <a:off x="-64137" y="-42600"/>
            <a:ext cx="9272375" cy="5228700"/>
            <a:chOff x="-100000" y="0"/>
            <a:chExt cx="9272375" cy="5228700"/>
          </a:xfrm>
        </p:grpSpPr>
        <p:pic>
          <p:nvPicPr>
            <p:cNvPr id="53" name="Google Shape;53;p8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8"/>
            <p:cNvSpPr/>
            <p:nvPr/>
          </p:nvSpPr>
          <p:spPr>
            <a:xfrm>
              <a:off x="-71525" y="0"/>
              <a:ext cx="9243900" cy="52287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l="13660" t="10908" r="8148" b="10900"/>
          <a:stretch/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720000" y="3328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1"/>
          <p:cNvGrpSpPr/>
          <p:nvPr/>
        </p:nvGrpSpPr>
        <p:grpSpPr>
          <a:xfrm>
            <a:off x="-64137" y="-42600"/>
            <a:ext cx="9272375" cy="5228700"/>
            <a:chOff x="-100000" y="0"/>
            <a:chExt cx="9272375" cy="5228700"/>
          </a:xfrm>
        </p:grpSpPr>
        <p:pic>
          <p:nvPicPr>
            <p:cNvPr id="74" name="Google Shape;74;p11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1"/>
            <p:cNvSpPr/>
            <p:nvPr/>
          </p:nvSpPr>
          <p:spPr>
            <a:xfrm>
              <a:off x="-71525" y="0"/>
              <a:ext cx="9243900" cy="52287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 l="348" r="348" b="853"/>
          <a:stretch/>
        </p:blipFill>
        <p:spPr>
          <a:xfrm rot="10800000" flipH="1">
            <a:off x="-32025" y="-63900"/>
            <a:ext cx="9208151" cy="52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1"/>
          <p:cNvGrpSpPr/>
          <p:nvPr/>
        </p:nvGrpSpPr>
        <p:grpSpPr>
          <a:xfrm>
            <a:off x="-64137" y="-42600"/>
            <a:ext cx="9272375" cy="5228700"/>
            <a:chOff x="-100000" y="0"/>
            <a:chExt cx="9272375" cy="5228700"/>
          </a:xfrm>
        </p:grpSpPr>
        <p:pic>
          <p:nvPicPr>
            <p:cNvPr id="177" name="Google Shape;177;p21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1"/>
            <p:cNvSpPr/>
            <p:nvPr/>
          </p:nvSpPr>
          <p:spPr>
            <a:xfrm>
              <a:off x="-71525" y="0"/>
              <a:ext cx="9243900" cy="52287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l="2620" t="1305" b="1315"/>
          <a:stretch/>
        </p:blipFill>
        <p:spPr>
          <a:xfrm rot="10800000">
            <a:off x="0" y="-4250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-64137" y="-42600"/>
            <a:ext cx="9272375" cy="5228700"/>
            <a:chOff x="-100000" y="0"/>
            <a:chExt cx="9272375" cy="5228700"/>
          </a:xfrm>
        </p:grpSpPr>
        <p:pic>
          <p:nvPicPr>
            <p:cNvPr id="182" name="Google Shape;182;p22"/>
            <p:cNvPicPr preferRelativeResize="0"/>
            <p:nvPr/>
          </p:nvPicPr>
          <p:blipFill rotWithShape="1">
            <a:blip r:embed="rId2">
              <a:alphaModFix/>
            </a:blip>
            <a:srcRect t="7785" b="7785"/>
            <a:stretch/>
          </p:blipFill>
          <p:spPr>
            <a:xfrm>
              <a:off x="-100000" y="0"/>
              <a:ext cx="92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2"/>
            <p:cNvSpPr/>
            <p:nvPr/>
          </p:nvSpPr>
          <p:spPr>
            <a:xfrm>
              <a:off x="-71525" y="0"/>
              <a:ext cx="9243900" cy="5228700"/>
            </a:xfrm>
            <a:prstGeom prst="rect">
              <a:avLst/>
            </a:prstGeom>
            <a:solidFill>
              <a:srgbClr val="0A0A08">
                <a:alpha val="45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BM Plex Sans Hebrew"/>
                <a:ea typeface="IBM Plex Sans Hebrew"/>
                <a:cs typeface="IBM Plex Sans Hebrew"/>
                <a:sym typeface="IBM Plex Sans Hebrew"/>
              </a:endParaRPr>
            </a:p>
          </p:txBody>
        </p:sp>
      </p:grpSp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4350" y="-36169"/>
            <a:ext cx="9272602" cy="5215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7" r:id="rId4"/>
    <p:sldLayoutId id="2147483658" r:id="rId5"/>
    <p:sldLayoutId id="2147483667" r:id="rId6"/>
    <p:sldLayoutId id="214748366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ctrTitle"/>
          </p:nvPr>
        </p:nvSpPr>
        <p:spPr>
          <a:xfrm>
            <a:off x="1467000" y="1444689"/>
            <a:ext cx="6210000" cy="16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/>
              <a:t>Aevum</a:t>
            </a:r>
            <a:endParaRPr dirty="0"/>
          </a:p>
        </p:txBody>
      </p:sp>
      <p:sp>
        <p:nvSpPr>
          <p:cNvPr id="196" name="Google Shape;196;p26"/>
          <p:cNvSpPr txBox="1">
            <a:spLocks noGrp="1"/>
          </p:cNvSpPr>
          <p:nvPr>
            <p:ph type="subTitle" idx="1"/>
          </p:nvPr>
        </p:nvSpPr>
        <p:spPr>
          <a:xfrm>
            <a:off x="2625000" y="3422038"/>
            <a:ext cx="38940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Sean Mugo</a:t>
            </a:r>
            <a:endParaRPr dirty="0"/>
          </a:p>
        </p:txBody>
      </p:sp>
      <p:sp>
        <p:nvSpPr>
          <p:cNvPr id="197" name="Google Shape;197;p26"/>
          <p:cNvSpPr/>
          <p:nvPr/>
        </p:nvSpPr>
        <p:spPr>
          <a:xfrm>
            <a:off x="1684350" y="3237075"/>
            <a:ext cx="5775300" cy="1410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2"/>
              </a:gs>
              <a:gs pos="51000">
                <a:schemeClr val="accent1"/>
              </a:gs>
              <a:gs pos="77000">
                <a:schemeClr val="dk2"/>
              </a:gs>
              <a:gs pos="100000">
                <a:schemeClr val="dk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980" y="1368263"/>
            <a:ext cx="78700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The project entails a premium, multi-page company website that makes the process of owning luxury cars seamless and stress-free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Acquiring such high end cars comes with its own set of problems: overpricing, neglected maintenance and complex technology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Lato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At </a:t>
            </a:r>
            <a:r>
              <a:rPr lang="en-US" dirty="0" err="1">
                <a:solidFill>
                  <a:schemeClr val="tx1"/>
                </a:solidFill>
                <a:latin typeface="Lato" panose="020B0604020202020204" charset="0"/>
              </a:rPr>
              <a:t>Aevum</a:t>
            </a:r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, we tackle the issues by being completely transparent with our clients. We have top notch concierges that go above and beyond to scout for the cars that meet your needs.</a:t>
            </a:r>
          </a:p>
          <a:p>
            <a:pPr lvl="1"/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31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9512" y="1610414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premium, multi-page website for a high-end collector car dealership, designed to reflect exclusivity, heritage, and timeless elegance.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Value:</a:t>
            </a:r>
          </a:p>
          <a:p>
            <a:r>
              <a:rPr lang="en-US" dirty="0">
                <a:solidFill>
                  <a:schemeClr val="tx1"/>
                </a:solidFill>
              </a:rPr>
              <a:t>• Clean, minimalistic design that puts cars first</a:t>
            </a:r>
          </a:p>
          <a:p>
            <a:r>
              <a:rPr lang="en-US" dirty="0">
                <a:solidFill>
                  <a:schemeClr val="tx1"/>
                </a:solidFill>
              </a:rPr>
              <a:t>• Transparent concierges</a:t>
            </a:r>
          </a:p>
          <a:p>
            <a:r>
              <a:rPr lang="en-US" dirty="0">
                <a:solidFill>
                  <a:schemeClr val="tx1"/>
                </a:solidFill>
              </a:rPr>
              <a:t>• Smooth mobile experience</a:t>
            </a:r>
          </a:p>
        </p:txBody>
      </p:sp>
    </p:spTree>
    <p:extLst>
      <p:ext uri="{BB962C8B-B14F-4D97-AF65-F5344CB8AC3E}">
        <p14:creationId xmlns:p14="http://schemas.microsoft.com/office/powerpoint/2010/main" val="348180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Features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0" y="1663809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Landing page – Brief website outline</a:t>
            </a: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Collections page – Available luxury car inventory</a:t>
            </a: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Curated page – Exclusive cars hand-picked by principal concierge</a:t>
            </a: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Concierge page – Learn about each concierge's expertise</a:t>
            </a: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Journal page – Articles on car heritage</a:t>
            </a: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Inquire page – Get in touch about specific concerns</a:t>
            </a:r>
          </a:p>
        </p:txBody>
      </p:sp>
    </p:spTree>
    <p:extLst>
      <p:ext uri="{BB962C8B-B14F-4D97-AF65-F5344CB8AC3E}">
        <p14:creationId xmlns:p14="http://schemas.microsoft.com/office/powerpoint/2010/main" val="54142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Technologicy</a:t>
            </a:r>
            <a:r>
              <a:rPr lang="en-US" dirty="0" smtClean="0"/>
              <a:t> stacks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9513" y="169423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HTML5 – Universal compatibility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Tailwind 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CSS –Rapid styling, consistent design system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Font 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Awesome – Professional icons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• </a:t>
            </a:r>
            <a:r>
              <a:rPr lang="en-US" dirty="0" smtClean="0">
                <a:solidFill>
                  <a:schemeClr val="tx1"/>
                </a:solidFill>
                <a:latin typeface="Lato" panose="020B0604020202020204" charset="0"/>
              </a:rPr>
              <a:t>CSS3 – Pure CSS mobile menu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Enhancements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172533" y="1608390"/>
            <a:ext cx="50091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ato" panose="020B0604020202020204" charset="0"/>
              </a:rPr>
              <a:t>• Individual car detail pages</a:t>
            </a:r>
          </a:p>
          <a:p>
            <a:r>
              <a:rPr lang="en-US" sz="1800" dirty="0">
                <a:solidFill>
                  <a:schemeClr val="tx1"/>
                </a:solidFill>
                <a:latin typeface="Lato" panose="020B0604020202020204" charset="0"/>
              </a:rPr>
              <a:t>• Working contact forms</a:t>
            </a:r>
          </a:p>
          <a:p>
            <a:r>
              <a:rPr lang="en-US" sz="1800" dirty="0">
                <a:solidFill>
                  <a:schemeClr val="tx1"/>
                </a:solidFill>
                <a:latin typeface="Lato" panose="020B0604020202020204" charset="0"/>
              </a:rPr>
              <a:t>• Client portal</a:t>
            </a:r>
          </a:p>
        </p:txBody>
      </p:sp>
    </p:spTree>
    <p:extLst>
      <p:ext uri="{BB962C8B-B14F-4D97-AF65-F5344CB8AC3E}">
        <p14:creationId xmlns:p14="http://schemas.microsoft.com/office/powerpoint/2010/main" val="247308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10726" y="1692825"/>
            <a:ext cx="29594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6000" b="1" dirty="0">
                <a:solidFill>
                  <a:schemeClr val="tx1"/>
                </a:solidFill>
                <a:latin typeface="Lato" panose="020B0604020202020204" charset="0"/>
              </a:rPr>
              <a:t>Thanks!</a:t>
            </a:r>
            <a:endParaRPr lang="en-US" sz="6000" b="1" dirty="0">
              <a:solidFill>
                <a:schemeClr val="tx1"/>
              </a:solidFill>
              <a:latin typeface="Lato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64065" y="2708488"/>
            <a:ext cx="24032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b="1" dirty="0">
                <a:solidFill>
                  <a:schemeClr val="accent3"/>
                </a:solidFill>
                <a:latin typeface="Lato" panose="020B0604020202020204" charset="0"/>
              </a:rPr>
              <a:t>Do you have any questions?</a:t>
            </a:r>
            <a:endParaRPr lang="en-US" b="1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sp>
        <p:nvSpPr>
          <p:cNvPr id="7" name="Google Shape;197;p26"/>
          <p:cNvSpPr/>
          <p:nvPr/>
        </p:nvSpPr>
        <p:spPr>
          <a:xfrm>
            <a:off x="1684350" y="3237075"/>
            <a:ext cx="5775300" cy="1410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2"/>
              </a:gs>
              <a:gs pos="51000">
                <a:schemeClr val="accent1"/>
              </a:gs>
              <a:gs pos="77000">
                <a:schemeClr val="dk2"/>
              </a:gs>
              <a:gs pos="100000">
                <a:schemeClr val="dk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97963" y="3625873"/>
            <a:ext cx="10550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Sean Mugo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57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rmal Conference Style Presentation by Slidesgo">
  <a:themeElements>
    <a:clrScheme name="Simple Light">
      <a:dk1>
        <a:srgbClr val="BB921B"/>
      </a:dk1>
      <a:lt1>
        <a:srgbClr val="0A0A08"/>
      </a:lt1>
      <a:dk2>
        <a:srgbClr val="FAF3E1"/>
      </a:dk2>
      <a:lt2>
        <a:srgbClr val="906E00"/>
      </a:lt2>
      <a:accent1>
        <a:srgbClr val="D1B254"/>
      </a:accent1>
      <a:accent2>
        <a:srgbClr val="AC5E2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AF3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197</Words>
  <Application>Microsoft Office PowerPoint</Application>
  <PresentationFormat>On-screen Show (16:9)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Libre Baskerville</vt:lpstr>
      <vt:lpstr>Arial</vt:lpstr>
      <vt:lpstr>IBM Plex Sans Hebrew</vt:lpstr>
      <vt:lpstr>Lato</vt:lpstr>
      <vt:lpstr>Formal Conference Style Presentation by Slidesgo</vt:lpstr>
      <vt:lpstr>Aevum</vt:lpstr>
      <vt:lpstr>Introduction</vt:lpstr>
      <vt:lpstr>Project Overview</vt:lpstr>
      <vt:lpstr>Core Features</vt:lpstr>
      <vt:lpstr>Technologicy stacks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Aevum</dc:title>
  <dc:creator>Sean Mugo</dc:creator>
  <cp:lastModifiedBy>Sean Mugo</cp:lastModifiedBy>
  <cp:revision>4</cp:revision>
  <dcterms:modified xsi:type="dcterms:W3CDTF">2026-03-05T05:39:41Z</dcterms:modified>
</cp:coreProperties>
</file>